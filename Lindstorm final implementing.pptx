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74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77724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LINDSTORM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1609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Warehouse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0" y="640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Voice-Guided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840480" y="22128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Picking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840480" y="3035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</a:rPr>
              <a:t>No paper.  No scanner.  Just voice.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493008"/>
            <a:ext cx="502920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</a:rPr>
              <a:t>Sagar Kandel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4407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Workers pick products using their VOICE — no paper, no scanner, no typing.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93392"/>
            <a:ext cx="40233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4023360" cy="4389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749040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Opens dashboard on PC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localhost:5000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Creates orders with locations &amp; codes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Monitors live task progress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Sees ML insights for restocking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993392"/>
            <a:ext cx="40233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0" y="1993392"/>
            <a:ext cx="40233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92040" y="1993392"/>
            <a:ext cx="3749040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5420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Opens Chrome on phone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7977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WiFi: 192.168.x.x:5000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9626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Listens to voice instructions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Walks to the shelf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803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Says code → picks → says done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Sagar Kandel  |  ICT Project 2026  |  Lindstorm Warehouse Picking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32688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38912" y="1527048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38912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Supervisor creates 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Fills in: location (R01-10), code (85), quantity (2). Adds multiple locations. Clicks Create. All locations saved as ONE order.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852928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38912" y="34472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8912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speaks the 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Worker's phone speaks: "Go to location R01-10. Tap the microphone and say the code from the shelf label."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4023360"/>
            <a:ext cx="3913632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3703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Voice: "Go to location R01-10"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932688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873752" y="152704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73752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024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says the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1353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Worker taps the mic button. Says "eight five" for code 85. System checks if it matches the shelf.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3752" y="2103120"/>
            <a:ext cx="3913632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983480" y="2121408"/>
            <a:ext cx="3703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Voice: "Code correct. Pick 2 products."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52928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73752" y="344728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73752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picks — says done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32735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Worker picks products. Taps mic and says "done". App announces next location. When order done: "Order complete!"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4023360"/>
            <a:ext cx="3913632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983480" y="4041648"/>
            <a:ext cx="3703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Voice: "Order complete. Well done."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Sagar Kandel  |  ICT Project 2026  |  Lindstorm Warehouse Picking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14884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HTML, CSS, JavaScript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Port 5000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21488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97480" y="1005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07208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Python + Flask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Port 5001  (Logic)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2148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074920" y="1005840"/>
            <a:ext cx="21488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74920" y="1005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Python + Flask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Port 5002  (ML Models)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69164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42032" y="1554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69164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19472" y="1554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69494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11480" y="2505456"/>
            <a:ext cx="6766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38CA"/>
                </a:solidFill>
              </a:rPr>
              <a:t>All 3 servers started at once by:  python main.py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43800" y="1005840"/>
            <a:ext cx="1371600" cy="1801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543800" y="1005840"/>
            <a:ext cx="137160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54380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07808" y="1499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07808" y="17465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users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7808" y="19933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logs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07808" y="22402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pick_log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07808" y="24871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worker_stats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1691640"/>
            <a:ext cx="4846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205472" y="1554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2971800"/>
            <a:ext cx="27889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20040" y="2971800"/>
            <a:ext cx="54864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4632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routing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R01 → R02 → R03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Shelf 1→2→3 in order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2971800"/>
            <a:ext cx="27889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264408" y="2971800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429000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locking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29000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Finish all locations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before next order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08776" y="2971800"/>
            <a:ext cx="278892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208776" y="2971800"/>
            <a:ext cx="54864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373368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(free)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73368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Chrome built-in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No cost, no API key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Sagar Kandel  |  ICT Project 2026  |  Lindstorm Warehouse Picking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 ·  UI/UX  ·  Machine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38912" y="10332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</a:rPr>
              <a:t>Language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912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70632" y="10332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70632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54864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38912" y="2020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1947672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606040" y="1947672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70632" y="2020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Voice 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7063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speechSynthesis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935224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2935224"/>
            <a:ext cx="54864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38912" y="3008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Voice 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2095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Speech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935224"/>
            <a:ext cx="21762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606040" y="2935224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770632" y="3008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Security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70632" y="32095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Werkzeug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960120"/>
            <a:ext cx="1828800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937760" y="960120"/>
            <a:ext cx="1828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93776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UI/UX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47488" y="1444752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Heuristic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Evaluation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Nielsen's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10 rules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47488" y="2523744"/>
            <a:ext cx="1609344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084064" y="2542032"/>
            <a:ext cx="15361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8/10 PASS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47488" y="2871216"/>
            <a:ext cx="1609344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084064" y="2889504"/>
            <a:ext cx="15361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H7 MEDIUM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3218688"/>
            <a:ext cx="1609344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084064" y="3236976"/>
            <a:ext cx="15361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H10 MAJOR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47488" y="3602736"/>
            <a:ext cx="1609344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074920" y="36210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</a:rPr>
              <a:t>Fix: ? Help button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67728" y="960120"/>
            <a:ext cx="1947672" cy="296265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967728" y="960120"/>
            <a:ext cx="1947672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967728" y="9601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077456" y="1444752"/>
            <a:ext cx="1719072" cy="1170432"/>
          </a:xfrm>
          <a:prstGeom prst="rect">
            <a:avLst/>
          </a:prstGeom>
          <a:solidFill>
            <a:srgbClr val="EEF2FF"/>
          </a:solidFill>
          <a:ln w="508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132320" y="149961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Model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1737360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Demand Forecast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Linear Regression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Predicts tomorrow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77456" y="2706624"/>
            <a:ext cx="1719072" cy="1170432"/>
          </a:xfrm>
          <a:prstGeom prst="rect">
            <a:avLst/>
          </a:prstGeom>
          <a:solidFill>
            <a:srgbClr val="F5F3FF"/>
          </a:solidFill>
          <a:ln w="508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132320" y="276148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Model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299923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Worker 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Weighted Scoring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0-100 performance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Sagar Kandel  |  ICT Project 2026  |  Lindstorm Warehouse Picking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listening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8229600" cy="1965960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27249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Language: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272491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Web: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299923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Flask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Database: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2735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SQLite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47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Voice: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354787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Web Speech API (Chrome built-in)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UI/UX: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82219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Heuristic Evaluation — Nielsen's 10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ML: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409651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Linear Regression  +  Weighted Scoring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256032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494</Words>
  <Application>Microsoft Office PowerPoint</Application>
  <PresentationFormat>On-screen Show (16:9)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Sagar Kandel</cp:lastModifiedBy>
  <cp:revision>2</cp:revision>
  <dcterms:created xsi:type="dcterms:W3CDTF">2026-04-26T18:21:33Z</dcterms:created>
  <dcterms:modified xsi:type="dcterms:W3CDTF">2026-04-26T20:27:32Z</dcterms:modified>
</cp:coreProperties>
</file>