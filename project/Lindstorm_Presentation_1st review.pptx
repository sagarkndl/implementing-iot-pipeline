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6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005840"/>
            <a:ext cx="7132320" cy="29260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C8102E">
                <a:alpha val="5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14300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LINDSTORM  WAREHOUSE SYSTEMS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155448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Voice-Enabled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82296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Picking Assistant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32735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Hands-free  |  Voice-guided  |  Real-time supervisor tracking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 Sagar Kandel   |   ICT Project Presentation   | 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822960"/>
            <a:ext cx="411480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0" y="4617720"/>
            <a:ext cx="4114800" cy="256032"/>
          </a:xfrm>
          <a:prstGeom prst="rect">
            <a:avLst/>
          </a:prstGeom>
          <a:solidFill>
            <a:srgbClr val="9B0B22"/>
          </a:solidFill>
          <a:ln w="12700">
            <a:solidFill>
              <a:srgbClr val="9B0B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46320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cell layout — each cell has a location code and confirmation code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28600" y="868680"/>
            <a:ext cx="4297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8600" y="868680"/>
            <a:ext cx="64008" cy="20116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987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1353312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carry paper lists — slow and error-prone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cell location causes costly picking mistakes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hands occupied — cannot type or check phone easily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Supervisors have no live view of task progress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28600" y="3017520"/>
            <a:ext cx="4297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8600" y="3017520"/>
            <a:ext cx="64008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127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1480" y="34290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assistant speaks location automatically on login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speaks confirmation code — completely hands-free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announces: 'Pick 2 products from R01-10'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'Done' — next task loads and announces itself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9B0B22"/>
          </a:solidFill>
          <a:ln w="12700">
            <a:solidFill>
              <a:srgbClr val="9B0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hands-free picking workflow — from login to task complete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005840"/>
            <a:ext cx="242316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4709160"/>
            <a:ext cx="2423160" cy="201168"/>
          </a:xfrm>
          <a:prstGeom prst="rect">
            <a:avLst/>
          </a:prstGeom>
          <a:solidFill>
            <a:srgbClr val="9B0B22"/>
          </a:solidFill>
          <a:ln w="12700">
            <a:solidFill>
              <a:srgbClr val="9B0B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4709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on worker's phone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1051560"/>
            <a:ext cx="59893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1051560"/>
            <a:ext cx="54864" cy="69494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4048" y="1143000"/>
            <a:ext cx="512064" cy="51206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1143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05840" y="1106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05840" y="1399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browser on phone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017520" y="114300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http://localhost:5000  •  Login: worker1 / worker123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28600" y="1819656"/>
            <a:ext cx="59893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28600" y="1819656"/>
            <a:ext cx="54864" cy="694944"/>
          </a:xfrm>
          <a:prstGeom prst="rect">
            <a:avLst/>
          </a:prstGeom>
          <a:solidFill>
            <a:srgbClr val="D94F0A"/>
          </a:solidFill>
          <a:ln w="12700">
            <a:solidFill>
              <a:srgbClr val="D94F0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4048" y="1911096"/>
            <a:ext cx="512064" cy="512064"/>
          </a:xfrm>
          <a:prstGeom prst="ellipse">
            <a:avLst/>
          </a:prstGeom>
          <a:solidFill>
            <a:srgbClr val="D94F0A"/>
          </a:solidFill>
          <a:ln w="12700">
            <a:solidFill>
              <a:srgbClr val="D94F0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1911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005840" y="1874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4F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Speaks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05840" y="21671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says automatically: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017520" y="191109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'Go to location R01-10'  •  'Speak the confirmation code'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28600" y="2587752"/>
            <a:ext cx="59893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28600" y="2587752"/>
            <a:ext cx="54864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84048" y="2679192"/>
            <a:ext cx="512064" cy="51206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4048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1005840" y="26426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 the Code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05840" y="29352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big microphone button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017520" y="267919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code shown on cell label  •  System verifies voice input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28600" y="3355848"/>
            <a:ext cx="59893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28600" y="3355848"/>
            <a:ext cx="54864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84048" y="3447288"/>
            <a:ext cx="512064" cy="51206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84048" y="3447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1005840" y="3410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Pick Products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005840" y="3703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announces loudly: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017520" y="34472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'Pick 2 products from R01-10'  •  Collect the items from shelf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28600" y="4123944"/>
            <a:ext cx="59893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228600" y="4123944"/>
            <a:ext cx="54864" cy="6949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84048" y="4215384"/>
            <a:ext cx="512064" cy="51206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4048" y="42153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1005840" y="41788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Done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005840" y="44714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mic, say 'Done'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017520" y="421538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marked as complete  •  Next location loads &amp; speaks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&amp; SUPERVISOR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822960"/>
            <a:ext cx="512064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0" y="3447288"/>
            <a:ext cx="5120640" cy="219456"/>
          </a:xfrm>
          <a:prstGeom prst="rect">
            <a:avLst/>
          </a:prstGeom>
          <a:solidFill>
            <a:srgbClr val="9B0B22"/>
          </a:solidFill>
          <a:ln w="12700">
            <a:solidFill>
              <a:srgbClr val="9B0B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0" y="34472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dashboard — live task progress &amp; worker performance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28600" y="868680"/>
            <a:ext cx="33832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8600" y="868680"/>
            <a:ext cx="54864" cy="58521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" y="932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+ Flask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93192" y="11978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backend &amp; web frontend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8600" y="1536192"/>
            <a:ext cx="33832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8600" y="1536192"/>
            <a:ext cx="54864" cy="585216"/>
          </a:xfrm>
          <a:prstGeom prst="rect">
            <a:avLst/>
          </a:prstGeom>
          <a:solidFill>
            <a:srgbClr val="D94F0A"/>
          </a:solidFill>
          <a:ln w="12700">
            <a:solidFill>
              <a:srgbClr val="D94F0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" y="1600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4F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93192" y="18653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Tasks, users &amp; audit logs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28600" y="2203704"/>
            <a:ext cx="33832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28600" y="2203704"/>
            <a:ext cx="54864" cy="5852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3192" y="22677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Speech API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93192" y="25328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input &amp; output in Chrome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28600" y="2871216"/>
            <a:ext cx="33832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28600" y="2871216"/>
            <a:ext cx="54864" cy="5852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3192" y="29352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Waitress Server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93192" y="3200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WSGI server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28600" y="3703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28600" y="400507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voice on page load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Multi-worker support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task system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security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logging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browser ready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9B0B22"/>
          </a:solidFill>
          <a:ln w="12700">
            <a:solidFill>
              <a:srgbClr val="9B0B2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7160" y="4681728"/>
            <a:ext cx="1188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325880" y="4773168"/>
            <a:ext cx="36576" cy="27432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417320" y="4681728"/>
            <a:ext cx="1188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606040" y="4773168"/>
            <a:ext cx="36576" cy="27432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97480" y="4681728"/>
            <a:ext cx="1188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886200" y="4773168"/>
            <a:ext cx="36576" cy="27432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977640" y="4681728"/>
            <a:ext cx="1188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API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166360" y="4773168"/>
            <a:ext cx="36576" cy="27432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257800" y="4681728"/>
            <a:ext cx="1188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Secure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446520" y="4773168"/>
            <a:ext cx="36576" cy="27432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37960" y="4681728"/>
            <a:ext cx="1188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Ready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726680" y="4773168"/>
            <a:ext cx="36576" cy="27432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18120" y="4681728"/>
            <a:ext cx="1188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Multi-Worker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Lindstorm Warehouse Picking Assistant</dc:title>
  <dc:subject>PptxGenJS Presentation</dc:subject>
  <dc:creator>Sagar Kandel</dc:creator>
  <cp:lastModifiedBy>Sagar Kandel</cp:lastModifiedBy>
  <cp:revision>1</cp:revision>
  <dcterms:created xsi:type="dcterms:W3CDTF">2026-03-20T18:38:12Z</dcterms:created>
  <dcterms:modified xsi:type="dcterms:W3CDTF">2026-03-20T18:38:12Z</dcterms:modified>
</cp:coreProperties>
</file>