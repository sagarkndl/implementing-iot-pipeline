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49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949440" y="-457200"/>
            <a:ext cx="2560320" cy="2560320"/>
          </a:xfrm>
          <a:prstGeom prst="ellipse">
            <a:avLst/>
          </a:prstGeom>
          <a:solidFill>
            <a:srgbClr val="C8102E">
              <a:alpha val="12000"/>
            </a:srgbClr>
          </a:solidFill>
          <a:ln w="12700">
            <a:solidFill>
              <a:srgbClr val="C8102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457200"/>
            <a:ext cx="64008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754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LINDSTORM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777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Heuristic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the Interface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" y="3401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usability using Nielsen's 10 Heuristics 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58768"/>
            <a:ext cx="548640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 Sagar Kandel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794760"/>
            <a:ext cx="2468880" cy="10789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92240" y="3858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Scale: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0528" y="4133088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48272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— small issue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10528" y="4370832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48272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affects usability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10528" y="4608576"/>
            <a:ext cx="164592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748272" y="46085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— must fix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HEURISTIC EVALUATION — AND WHY I USED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680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160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042416"/>
            <a:ext cx="64008" cy="3749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1338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Heuristic Evaluation?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1363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1554480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Evaluation is a usability inspection method.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39136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" y="1938528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is reviewed against recognized design rules called heuristics.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391363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322576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famous set is Nielsen's 10 Heuristics — created by Jakob Nielsen in 1994.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39136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6928" y="2706624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10 rules cover everything from error messages to visual consistency.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391363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3090672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evaluator checks the system one heuristic at a time and documents violations.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9136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66928" y="3474720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violation is given a severity level — Minor, Medium, or Major.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3913632" cy="329184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66928" y="3858768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method does not require users. The evaluator does it alone or with a small team.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39136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66928" y="4242816"/>
            <a:ext cx="37490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one of the fastest and most cost-effective ways to find usability problems.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658368"/>
            <a:ext cx="4160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63440" y="1042416"/>
            <a:ext cx="64008" cy="3749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46320" y="11338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 Used This Method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36592" y="1572768"/>
            <a:ext cx="391363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4632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My system is already built and running — heuristic evaluation works on finished systems.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1993392"/>
            <a:ext cx="391363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4632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It allowed me to evaluate my own interface without needing to recruit users.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2414016"/>
            <a:ext cx="391363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846320" y="2414016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It gave me a structured and professional framework to identify design weaknesses.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 Did It — 4 Steps: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2779776"/>
            <a:ext cx="38404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Selected Nielsen's 10 Heuristics as the evaluation standard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852928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Reviewed every screen of my system one heuristic at a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182112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Documented each violation with evidence from the interface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529584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Assigned severity level and proposed design improvements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Kandel  |  ICT Project 2026  |  Heuristic Evaluation — Lindstorm Warehouse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NIELSEN'S 10 HEURISTICS — APPLIED TO MY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680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 = passed. Amber = could be better. Red = violation found.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686800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105156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097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 of system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1097280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71800" y="1097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69080" y="10881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bar, DONE/ACTIVE/PENDING badges, voice speaks every status update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426464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8600" y="1426464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28600" y="142646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14721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 system to real world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1472184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971800" y="1472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6908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names like R01-10 match real shelf labels. Voice uses natural language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801368"/>
            <a:ext cx="8686800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28600" y="1801368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28600" y="180136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" y="18470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control and freedom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71800" y="1847088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971800" y="1847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69080" y="1837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 button always visible. Manual keyboard fallback if voice fails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176272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28600" y="2176272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28600" y="217627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368" y="22219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Consistency and standards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2221992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971800" y="22219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69080" y="2212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colour, Barlow font, card layout used consistently on every page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551176"/>
            <a:ext cx="8686800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28600" y="2551176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28600" y="255117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2596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prevention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71800" y="2596896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971800" y="25968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69080" y="2587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code physically prevents worker from picking from wrong shelf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2926080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28600" y="2926080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28600" y="292608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8368" y="2971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Recognition over recall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71800" y="2971800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97180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6908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location banner — worker never needs to remember location from memory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300984"/>
            <a:ext cx="8686800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228600" y="3300984"/>
            <a:ext cx="365760" cy="338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228600" y="330098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8368" y="33467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Flexibility and efficiency of use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71800" y="3346704"/>
            <a:ext cx="10058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2971800" y="3346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69080" y="3337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keyboard shortcuts or templates for supervisor — medium violation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3675888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228600" y="3675888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228600" y="367588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" y="3721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Aesthetic and minimalist design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71800" y="3721608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2971800" y="3721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069080" y="3712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red/white design. Only essential information shown on every screen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28600" y="4050792"/>
            <a:ext cx="8686800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228600" y="4050792"/>
            <a:ext cx="3657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228600" y="405079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58368" y="4096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recognize and recover from errors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71800" y="4096512"/>
            <a:ext cx="10058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2971800" y="4096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069080" y="4087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code — voice speaks error once clearly then waits. No confusing loop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28600" y="4425696"/>
            <a:ext cx="8686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228600" y="4425696"/>
            <a:ext cx="365760" cy="3383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228600" y="44256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58368" y="44714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and documentation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971800" y="4471416"/>
            <a:ext cx="1005840" cy="2377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2971800" y="4471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069080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help page exists anywhere. New users cannot find guidance — major violation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Kandel  |  ICT Project 2026  |  Heuristic Evaluation — Lindstorm Warehouse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VIOLATIONS FOUND — EVIDENCE AND DESIGN IMPROVEMENTS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31936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73152" cy="15361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8631936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02412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 MAJOR VIOLATION — H10: Help and Documentation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violation?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5087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from the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5087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help page, no user manual, and no written guidance exists anywhere inside the system. A new worker who does not understand voice input has no way to find help.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73736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every screen — login page, worker picking screen, supervisor dashboard. No help button, no FAQ link, no instructions found on any page.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737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'?' help button in the top navigation bar. It opens a short guide: how to use voice, what the confirmation code means, and what to do if voice fails.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1481328"/>
            <a:ext cx="18288" cy="10058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897880" y="1481328"/>
            <a:ext cx="18288" cy="10058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56032" y="2697480"/>
            <a:ext cx="8631936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73152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56032" y="2697480"/>
            <a:ext cx="8631936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" y="2697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 MEDIUM VIOLATION — H7: Flexibility and Efficiency of Use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violation?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from the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fix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4107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 has no keyboard shortcuts or quick-repeat options. An experienced supervisor creating 10 orders per day must manually fill every form field every single time.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341071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template feature, no save order button, no CSV import exists. Supervisor must type Location, Code, and Qty separately for every task in every new order.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4107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'Save as Template' button so supervisors can save frequent orders and reuse with one click. Also add a CSV upload option to create many tasks at once from a spreadsheet.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3154680"/>
            <a:ext cx="18288" cy="10058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897880" y="3154680"/>
            <a:ext cx="18288" cy="10058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56032" y="4370832"/>
            <a:ext cx="8631936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57200" y="4407408"/>
            <a:ext cx="1828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13232" y="4389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590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Heuristics PASSED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4407408"/>
            <a:ext cx="18288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547872" y="4389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Medium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47872" y="4590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 — add templates and CSV upload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4407408"/>
            <a:ext cx="182880" cy="182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382512" y="4389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Major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82512" y="4590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 — add help button with user guide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9B0B22"/>
          </a:solidFill>
          <a:ln w="12700">
            <a:solidFill>
              <a:srgbClr val="9B0B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Kandel  |  ICT Project 2026  |  Heuristic Evaluation — Lindstorm Warehouse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780</Words>
  <Application>Microsoft Office PowerPoint</Application>
  <PresentationFormat>On-screen Show (16:9)</PresentationFormat>
  <Paragraphs>104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Evaluation — Lindstorm Warehouse System</dc:title>
  <dc:subject>PptxGenJS Presentation</dc:subject>
  <dc:creator>Sagar Kandel</dc:creator>
  <cp:lastModifiedBy>Sagar Kandel</cp:lastModifiedBy>
  <cp:revision>3</cp:revision>
  <dcterms:created xsi:type="dcterms:W3CDTF">2026-04-08T10:05:08Z</dcterms:created>
  <dcterms:modified xsi:type="dcterms:W3CDTF">2026-04-20T12:36:23Z</dcterms:modified>
</cp:coreProperties>
</file>